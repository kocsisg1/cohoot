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c0cf3f8a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c0cf3f8a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0cf3f8a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c0cf3f8a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c0cf3f8a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c0cf3f8a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c0cf3f8a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c0cf3f8a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c0cf3f8a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c0cf3f8a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c0cf3f8a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c0cf3f8a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c0cf3f8a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c0cf3f8a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c0cf3f8a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c0cf3f8a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c0cf3f8a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c0cf3f8a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c0cf3f8a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c0cf3f8a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c0cf3f8a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c0cf3f8a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c0cf3f8a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c0cf3f8a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Cohoot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 Kocsis Gergő</a:t>
            </a:r>
            <a:br>
              <a:rPr lang="hu"/>
            </a:br>
            <a:r>
              <a:rPr lang="hu"/>
              <a:t>	     Novák Ákos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Témája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Szórakoztatás, tudás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Kvíz játék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Kérdések különböző témákból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Időarányos pontozás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UI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1707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Reactot használó Login ablak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Bejelentkezés után válnak elérhetővé a kvízek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Szükséges a regisztrációhoz: 1. Email, 2.Felhasználónév, 3.Jelszó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Menüsor a weblap tetején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Tartalmazza a Főoldalt, a kvízek oldalát, ranglistát és a kijelentkezést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Illusztráció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Kvízek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4 választható témakör(jelenleg)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Kattintás után azonnal elérhetővé váló válaszok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Randomizált sorrendben érkező kérdések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4 válaszlehetőség/kérdés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Timer ami számolja a válaszadáshoz szükséges időt(folyamatban)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Minden helyes válasz után pont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Ranglista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Kiválasztható témánként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A Top 5 legjobban teljesítő user egy adott témában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MAUI alkalmazásban(nem implementált még)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Kijelentkezés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A menüsorban gombnyomás hatására kijelentkeztet azonnal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Újboli bejelentkezés szükséges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Adatbázis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3 darab használt tábla: pontok,  quiz, felhasznalok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1 darab használt kapcsolat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0" y="3283325"/>
            <a:ext cx="5544675" cy="15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2371326"/>
            <a:ext cx="7064600" cy="7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Frontend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Backend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