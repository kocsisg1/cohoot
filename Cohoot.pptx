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68" r:id="rId16"/>
    <p:sldId id="271" r:id="rId17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3c0cf3f8a6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3c0cf3f8a6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3c0cf3f8a6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3c0cf3f8a6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3c0cf3f8a6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3c0cf3f8a6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>
          <a:extLst>
            <a:ext uri="{FF2B5EF4-FFF2-40B4-BE49-F238E27FC236}">
              <a16:creationId xmlns:a16="http://schemas.microsoft.com/office/drawing/2014/main" id="{73CD831E-1711-4983-6733-AE6F44BA5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3c0cf3f8a6_0_86:notes">
            <a:extLst>
              <a:ext uri="{FF2B5EF4-FFF2-40B4-BE49-F238E27FC236}">
                <a16:creationId xmlns:a16="http://schemas.microsoft.com/office/drawing/2014/main" id="{07317511-F2BC-56DB-981D-2429B7B83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3c0cf3f8a6_0_86:notes">
            <a:extLst>
              <a:ext uri="{FF2B5EF4-FFF2-40B4-BE49-F238E27FC236}">
                <a16:creationId xmlns:a16="http://schemas.microsoft.com/office/drawing/2014/main" id="{B20C5531-E387-CB1A-70AA-CE24715BB7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59840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3c0cf3f8a6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3c0cf3f8a6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3c0cf3f8a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3c0cf3f8a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3c0cf3f8a6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3c0cf3f8a6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3c0cf3f8a6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3c0cf3f8a6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3c0cf3f8a6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3c0cf3f8a6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c0cf3f8a6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3c0cf3f8a6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3c0cf3f8a6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3c0cf3f8a6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3c0cf3f8a6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3c0cf3f8a6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>
          <a:extLst>
            <a:ext uri="{FF2B5EF4-FFF2-40B4-BE49-F238E27FC236}">
              <a16:creationId xmlns:a16="http://schemas.microsoft.com/office/drawing/2014/main" id="{106F0F88-52FE-331D-745D-70BF7AB8F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3c0cf3f8a6_0_126:notes">
            <a:extLst>
              <a:ext uri="{FF2B5EF4-FFF2-40B4-BE49-F238E27FC236}">
                <a16:creationId xmlns:a16="http://schemas.microsoft.com/office/drawing/2014/main" id="{E97C6088-0301-134F-FAC2-90AAE686F5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3c0cf3f8a6_0_126:notes">
            <a:extLst>
              <a:ext uri="{FF2B5EF4-FFF2-40B4-BE49-F238E27FC236}">
                <a16:creationId xmlns:a16="http://schemas.microsoft.com/office/drawing/2014/main" id="{DBECFF72-AE62-2C24-5093-FF85C74F52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39662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3c0cf3f8a6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3c0cf3f8a6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" name="Google Shape;26;p3"/>
          <p:cNvSpPr txBox="1">
            <a:spLocks noGrp="1"/>
          </p:cNvSpPr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" name="Google Shape;7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Cohoot</a:t>
            </a:r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4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Készítette: Kocsis Gergő</a:t>
            </a:r>
            <a:br>
              <a:rPr lang="hu"/>
            </a:br>
            <a:r>
              <a:rPr lang="hu"/>
              <a:t>	     Novák Ákos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Témája</a:t>
            </a:r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Szórakoztatás, tudás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Kvíz játék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Kérdések különböző témákból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Időarányos pontozás(folyamatban)</a:t>
            </a:r>
            <a:endParaRPr dirty="0"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UI</a:t>
            </a:r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body" idx="1"/>
          </p:nvPr>
        </p:nvSpPr>
        <p:spPr>
          <a:xfrm>
            <a:off x="311700" y="1170750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Reactot használó Login ablak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Bejelentkezés után válnak elérhetővé a kvízek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Alapvető regisztrációs követelmények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Menüsor a weblap tetején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Tartalmazza a Főoldalt, a kvízek oldalát, ranglistát és a kijelentkezést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UI kezdőlap</a:t>
            </a:r>
            <a:endParaRPr dirty="0"/>
          </a:p>
        </p:txBody>
      </p:sp>
      <p:pic>
        <p:nvPicPr>
          <p:cNvPr id="3" name="Kép 2" descr="A képen Égitest, képernyőkép, égi esemény, csillagászat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27B2BAB-A851-1036-F068-049E4D977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865" y="1232674"/>
            <a:ext cx="5302199" cy="29824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>
          <a:extLst>
            <a:ext uri="{FF2B5EF4-FFF2-40B4-BE49-F238E27FC236}">
              <a16:creationId xmlns:a16="http://schemas.microsoft.com/office/drawing/2014/main" id="{F7097DDB-C536-F0B4-A31B-10F77EE4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>
            <a:extLst>
              <a:ext uri="{FF2B5EF4-FFF2-40B4-BE49-F238E27FC236}">
                <a16:creationId xmlns:a16="http://schemas.microsoft.com/office/drawing/2014/main" id="{ACD5457E-53CE-EBDE-C088-A52CB765AF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UI Bejelentkező ablak</a:t>
            </a:r>
            <a:endParaRPr dirty="0"/>
          </a:p>
        </p:txBody>
      </p:sp>
      <p:pic>
        <p:nvPicPr>
          <p:cNvPr id="4" name="Kép 3" descr="A képen szöveg, képernyőkép, szoftver, Multimédiás szoftve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62D4E3D-704E-8D27-6462-13413118C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913" y="234069"/>
            <a:ext cx="5003180" cy="2814289"/>
          </a:xfrm>
          <a:prstGeom prst="rect">
            <a:avLst/>
          </a:prstGeom>
        </p:spPr>
      </p:pic>
      <p:pic>
        <p:nvPicPr>
          <p:cNvPr id="6" name="Kép 5" descr="A képen szöveg, képernyőkép, szoftver, tervezé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6A92152-52B0-637D-90F6-0C8698854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288" y="2264627"/>
            <a:ext cx="457200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165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Kvízek</a:t>
            </a:r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4 választható témakör(jelenleg)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Kattintás után azonnal elérhetővé váló válaszok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Randomizált sorrendben érkező kérdések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4 válaszlehetőség/kérdés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Timer ami számolja a válaszadáshoz szükséges időt(folyamatban)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Minden helyes válasz után pont(folyamatban)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Kvíz témakörök és válaszok</a:t>
            </a:r>
            <a:endParaRPr dirty="0"/>
          </a:p>
        </p:txBody>
      </p:sp>
      <p:pic>
        <p:nvPicPr>
          <p:cNvPr id="7" name="Kép 6" descr="A képen képernyőkép, kö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6FBEE3EC-60E4-6B5B-9884-205E5694A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44" y="2038622"/>
            <a:ext cx="4790894" cy="2694878"/>
          </a:xfrm>
          <a:prstGeom prst="rect">
            <a:avLst/>
          </a:prstGeom>
        </p:spPr>
      </p:pic>
      <p:pic>
        <p:nvPicPr>
          <p:cNvPr id="11" name="Kép 10" descr="A képen képernyőkép, kö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56DE92B8-CF8A-BB8B-47C5-03E0B03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0052" y="965761"/>
            <a:ext cx="4957303" cy="27884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Ranglista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/>
              <a:t>Kiválasztható témánként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/>
              <a:t>A Top 5 legjobban teljesítő user egy adott témában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/>
              <a:t>MAUI alkalmazásban(nem implementált még)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Ranglista </a:t>
            </a:r>
            <a:endParaRPr dirty="0"/>
          </a:p>
        </p:txBody>
      </p:sp>
      <p:pic>
        <p:nvPicPr>
          <p:cNvPr id="3" name="Kép 2" descr="A képen képernyőkép, kör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0AFAB2BC-056C-B83E-B824-7B217E52D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83" y="2099024"/>
            <a:ext cx="4683512" cy="2634476"/>
          </a:xfrm>
          <a:prstGeom prst="rect">
            <a:avLst/>
          </a:prstGeom>
        </p:spPr>
      </p:pic>
      <p:pic>
        <p:nvPicPr>
          <p:cNvPr id="5" name="Kép 4" descr="A képen szöveg, képernyőkép, tervezés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AC1345D8-DF92-5E09-60B5-CC58BA24B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1344" y="120370"/>
            <a:ext cx="5283973" cy="29722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Kijelentkezés</a:t>
            </a:r>
            <a:endParaRPr/>
          </a:p>
        </p:txBody>
      </p:sp>
      <p:sp>
        <p:nvSpPr>
          <p:cNvPr id="134" name="Google Shape;134;p21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/>
              <a:t>A menüsorban gombnyomás hatására kijelentkeztet azonnal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/>
              <a:t>Újboli bejelentkezés szükséges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Adatbázis</a:t>
            </a:r>
            <a:endParaRPr/>
          </a:p>
        </p:txBody>
      </p:sp>
      <p:sp>
        <p:nvSpPr>
          <p:cNvPr id="140" name="Google Shape;140;p22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3 darab használt tábla: pontok,  quiz, felhasznalok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hu" dirty="0"/>
              <a:t>1 darab használt kapcsolat</a:t>
            </a:r>
            <a:endParaRPr dirty="0"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0" y="3283325"/>
            <a:ext cx="5544675" cy="154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2371326"/>
            <a:ext cx="7064600" cy="76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Frontend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79EA64-CF2F-C724-D35F-D4C6047E68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1151" y="1606906"/>
            <a:ext cx="860239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src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/index.js: Az alkalmazás belépési pontja, amely 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rendereli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 App.js komponenst a DOM-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ba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src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/App.js: A fő 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React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komponens, amely a különböző oldalak és funkciók összefogója.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src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pages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/home.js: A főoldal komponense, amely valószínűleg az alkalmazás kezdőlapját jeleníti meg.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src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pages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/leaderboard.js: Egy ranglistát kezelő oldal, amely várhatóan a felhasználók pontszámait vagy teljesítményét jeleníti meg.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src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pages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/login.js: A bejelentkezési oldal logikáját kezelő komponens.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public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/index.html: Az egyetlen HTML fájl, amelybe a </a:t>
            </a: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React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alkalmazás beágyazódik.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60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package.json</a:t>
            </a:r>
            <a:r>
              <a:rPr lang="hu-HU" altLang="hu-HU" sz="1600" dirty="0">
                <a:solidFill>
                  <a:schemeClr val="bg2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</a:t>
            </a:r>
            <a:r>
              <a:rPr kumimoji="0" lang="hu-HU" altLang="hu-HU" sz="160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projekt csomagfüggőségeit és parancsait tartalmazza.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 dirty="0"/>
              <a:t>Frontend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7E42AFE-06C3-7D67-8BF6-0E8A772E2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00" y="1047093"/>
            <a:ext cx="1125731" cy="368640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49745F-FF60-6DA1-AB69-024E6AC31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932" y="275135"/>
            <a:ext cx="4157720" cy="4561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>
          <a:extLst>
            <a:ext uri="{FF2B5EF4-FFF2-40B4-BE49-F238E27FC236}">
              <a16:creationId xmlns:a16="http://schemas.microsoft.com/office/drawing/2014/main" id="{5A2CA53D-76AE-83F8-829D-0A40E78F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>
            <a:extLst>
              <a:ext uri="{FF2B5EF4-FFF2-40B4-BE49-F238E27FC236}">
                <a16:creationId xmlns:a16="http://schemas.microsoft.com/office/drawing/2014/main" id="{E5CD8805-6F07-524D-6D4B-6D5BCC40FA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"/>
              <a:t>Backend</a:t>
            </a:r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CE87B-DF89-0408-A286-0849139CC5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081083"/>
            <a:ext cx="6780476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-backend/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200" b="0" i="1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(backend főkönyvtár)</a:t>
            </a:r>
            <a:r>
              <a:rPr lang="hu-HU" altLang="hu-HU" sz="12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</a:rPr>
              <a:t>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Program.cs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Az alkalmazás belépési pontja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appsettings.json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és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appsettings.Development.json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Konfigurációs fájlok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cohoot.csproj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és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cohoot.csproj.user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Projektfájlok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cohoot.http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HTTP-kérések teszteléséhez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-backend/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Controllers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200" b="0" i="1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(vezérlők az API végpontokhoz)</a:t>
            </a:r>
            <a:r>
              <a:rPr lang="hu-HU" altLang="hu-HU" sz="12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</a:rPr>
              <a:t>: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LoginController.cs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Felhasználói bejelentkezés kezelése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PointController.cs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Pontszámok kezelése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QuizController.cs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Kvíz API végpontok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RankingController.cs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Ranglista kezelés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RegistryController.cs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Felhasználói regisztráció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-backend/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DTOs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200" b="0" i="1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(adatátviteli objektumok)</a:t>
            </a:r>
            <a:r>
              <a:rPr lang="hu-HU" altLang="hu-HU" sz="12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</a:rPr>
              <a:t>: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LoggedUser.cs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,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LoginDTO.cs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,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PointDTO.cs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,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RegisterDTO.cs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Adatformátumok az API-n keresztüli adatcseréhez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-backend/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Models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200" b="0" i="1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(adatbázis modellek)</a:t>
            </a:r>
            <a:r>
              <a:rPr lang="hu-HU" altLang="hu-HU" sz="12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</a:rPr>
              <a:t>: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CohootContext.cs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Entity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Framework adatbáziskapcsolat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	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Felhasznalok.cs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,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Pontok.cs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,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Quiz.cs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Táblamodellek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-backend/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Properties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200" b="0" i="1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(konfigurációs fájlok)</a:t>
            </a:r>
            <a:r>
              <a:rPr lang="hu-HU" altLang="hu-HU" sz="12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</a:rPr>
              <a:t>: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launchSettings.json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Fejlesztési környezet beállításai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-backend/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cohoot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1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Services</a:t>
            </a:r>
            <a:r>
              <a:rPr kumimoji="0" lang="hu-HU" altLang="hu-HU" sz="1200" b="1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hu-HU" sz="1200" b="0" i="1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(üzleti logika és biztonsági szolgáltatások)</a:t>
            </a:r>
            <a:r>
              <a:rPr lang="hu-HU" altLang="hu-HU" sz="120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</a:rPr>
              <a:t>: </a:t>
            </a:r>
            <a:r>
              <a:rPr kumimoji="0" lang="hu-HU" altLang="hu-HU" sz="12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Arial Unicode MS"/>
              </a:rPr>
              <a:t>SecurityService.cs</a:t>
            </a:r>
            <a:r>
              <a:rPr kumimoji="0" lang="hu-HU" altLang="hu-HU" sz="12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</a:rPr>
              <a:t> – Felhasználói hitelesítés és biztonsági funkciók</a:t>
            </a: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200" b="0" i="0" u="none" strike="noStrike" cap="none" normalizeH="0" baseline="0" dirty="0">
              <a:ln>
                <a:noFill/>
              </a:ln>
              <a:solidFill>
                <a:schemeClr val="bg2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DD8965A6-ABA0-8997-D7FB-C93C63167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456" y="160153"/>
            <a:ext cx="1301844" cy="365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398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MAUI</a:t>
            </a:r>
            <a:endParaRPr dirty="0"/>
          </a:p>
        </p:txBody>
      </p:sp>
      <p:sp>
        <p:nvSpPr>
          <p:cNvPr id="160" name="Google Shape;160;p25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742950" lvl="1" indent="-285750">
              <a:spcAft>
                <a:spcPts val="1200"/>
              </a:spcAft>
            </a:pPr>
            <a:r>
              <a:rPr lang="hu-HU" dirty="0"/>
              <a:t>Kapcsolatot létesít az adatbázissal</a:t>
            </a:r>
          </a:p>
          <a:p>
            <a:pPr marL="742950" lvl="1" indent="-285750">
              <a:spcAft>
                <a:spcPts val="1200"/>
              </a:spcAft>
            </a:pPr>
            <a:r>
              <a:rPr lang="hu-HU" dirty="0"/>
              <a:t>Ranglista megjelenítés</a:t>
            </a:r>
          </a:p>
          <a:p>
            <a:pPr marL="742950" lvl="1" indent="-285750">
              <a:spcAft>
                <a:spcPts val="1200"/>
              </a:spcAft>
            </a:pPr>
            <a:r>
              <a:rPr lang="hu-HU" dirty="0"/>
              <a:t>Betöltődés a frontendből(folyamatban)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A6712DF5-E31B-C65F-6E73-50D587DE1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255" y="357144"/>
            <a:ext cx="2114845" cy="395342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F3C135-EB6A-DCB3-70C9-868AD6087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MAUI kinézet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7AA613-022D-97E4-47F4-D87D45A34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81" y="1017800"/>
            <a:ext cx="5775944" cy="2424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38060D7-2EFD-0A14-FA95-631A20BF1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585" y="3051957"/>
            <a:ext cx="6839415" cy="1847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4302"/>
      </p:ext>
    </p:extLst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488</Words>
  <Application>Microsoft Office PowerPoint</Application>
  <PresentationFormat>Diavetítés a képernyőre (16:9 oldalarány)</PresentationFormat>
  <Paragraphs>63</Paragraphs>
  <Slides>16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 Unicode MS</vt:lpstr>
      <vt:lpstr>Arial</vt:lpstr>
      <vt:lpstr>Roboto</vt:lpstr>
      <vt:lpstr>Geometric</vt:lpstr>
      <vt:lpstr>Cohoot</vt:lpstr>
      <vt:lpstr>Témája</vt:lpstr>
      <vt:lpstr>UI</vt:lpstr>
      <vt:lpstr>UI kezdőlap</vt:lpstr>
      <vt:lpstr>UI Bejelentkező ablak</vt:lpstr>
      <vt:lpstr>Kvízek</vt:lpstr>
      <vt:lpstr>Kvíz témakörök és válaszok</vt:lpstr>
      <vt:lpstr>Ranglista</vt:lpstr>
      <vt:lpstr>Ranglista </vt:lpstr>
      <vt:lpstr>Kijelentkezés</vt:lpstr>
      <vt:lpstr>Adatbázis</vt:lpstr>
      <vt:lpstr>Frontend</vt:lpstr>
      <vt:lpstr>Frontend</vt:lpstr>
      <vt:lpstr>Backend</vt:lpstr>
      <vt:lpstr>MAUI</vt:lpstr>
      <vt:lpstr>MAUI kinézet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Kocsis Gergő</cp:lastModifiedBy>
  <cp:revision>1</cp:revision>
  <dcterms:modified xsi:type="dcterms:W3CDTF">2025-03-04T07:16:23Z</dcterms:modified>
</cp:coreProperties>
</file>